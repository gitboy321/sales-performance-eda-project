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B44828-5CA5-122F-49B5-A46432075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3238"/>
            <a:ext cx="638232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A0FF"/>
                </a:solidFill>
              </a:defRPr>
            </a:pPr>
            <a:r>
              <a:rPr i="1" dirty="0"/>
              <a:t>Sales Performance EDA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47730"/>
            <a:ext cx="830972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2200">
                <a:solidFill>
                  <a:srgbClr val="F0F0F0"/>
                </a:solidFill>
              </a:defRPr>
            </a:pPr>
            <a:r>
              <a:rPr b="1" i="1" dirty="0"/>
              <a:t>• Python EDA</a:t>
            </a:r>
            <a:r>
              <a:rPr lang="en-US" b="1" i="1" dirty="0"/>
              <a:t>:</a:t>
            </a:r>
          </a:p>
          <a:p>
            <a:pPr>
              <a:lnSpc>
                <a:spcPct val="200000"/>
              </a:lnSpc>
              <a:defRPr sz="2200">
                <a:solidFill>
                  <a:srgbClr val="F0F0F0"/>
                </a:solidFill>
              </a:defRPr>
            </a:pPr>
            <a:r>
              <a:rPr lang="en-IN" dirty="0"/>
              <a:t>Tools Used: Python (Pandas, NumPy, Matplotlib, Seaborn), </a:t>
            </a:r>
            <a:r>
              <a:rPr lang="en-IN" dirty="0" err="1"/>
              <a:t>Jupyter</a:t>
            </a:r>
            <a:r>
              <a:rPr lang="en-IN" dirty="0"/>
              <a:t> Notebook.</a:t>
            </a:r>
          </a:p>
          <a:p>
            <a:pPr>
              <a:lnSpc>
                <a:spcPct val="200000"/>
              </a:lnSpc>
              <a:defRPr sz="2200">
                <a:solidFill>
                  <a:srgbClr val="F0F0F0"/>
                </a:solidFill>
              </a:defRPr>
            </a:pPr>
            <a:r>
              <a:rPr lang="en-IN" b="1" i="1" dirty="0"/>
              <a:t>• Power BI: </a:t>
            </a:r>
          </a:p>
          <a:p>
            <a:pPr>
              <a:lnSpc>
                <a:spcPct val="200000"/>
              </a:lnSpc>
              <a:defRPr sz="2200">
                <a:solidFill>
                  <a:srgbClr val="F0F0F0"/>
                </a:solidFill>
              </a:defRPr>
            </a:pPr>
            <a:r>
              <a:rPr lang="en-IN" dirty="0"/>
              <a:t>Power BI (KPIs, slicers, charts), GitHub, PowerPoint.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D9E118-126D-908E-5005-C235EC5D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85327"/>
            <a:ext cx="5986639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A0FF"/>
                </a:solidFill>
              </a:defRPr>
            </a:pPr>
            <a:r>
              <a:rPr i="1" dirty="0"/>
              <a:t>Power BI — Sales Dashboard</a:t>
            </a:r>
          </a:p>
        </p:txBody>
      </p:sp>
      <p:pic>
        <p:nvPicPr>
          <p:cNvPr id="4" name="Picture 3" descr="Sales 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2111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00D1AE-9B55-DD0A-27D1-3D4F3FA72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602"/>
            <a:ext cx="642259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A0FF"/>
                </a:solidFill>
              </a:defRPr>
            </a:pPr>
            <a:r>
              <a:rPr i="1" dirty="0"/>
              <a:t>Power BI — Insights &amp; Analysis</a:t>
            </a:r>
          </a:p>
        </p:txBody>
      </p:sp>
      <p:pic>
        <p:nvPicPr>
          <p:cNvPr id="4" name="Picture 3" descr="Sales Insights and 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4326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EBCF4E-B644-D625-B226-F29C9A6DB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3238"/>
            <a:ext cx="4618829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A0FF"/>
                </a:solidFill>
              </a:defRPr>
            </a:pPr>
            <a:r>
              <a:rPr i="1" dirty="0"/>
              <a:t>Key Insights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190862" cy="3660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lnSpc>
                <a:spcPct val="200000"/>
              </a:lnSpc>
              <a:defRPr sz="2200">
                <a:solidFill>
                  <a:srgbClr val="E6E6E6"/>
                </a:solidFill>
              </a:defRPr>
            </a:pPr>
            <a:r>
              <a:rPr dirty="0"/>
              <a:t>• Electronics is the top-performing category</a:t>
            </a:r>
          </a:p>
          <a:p>
            <a:pPr>
              <a:lnSpc>
                <a:spcPct val="200000"/>
              </a:lnSpc>
              <a:defRPr sz="2200">
                <a:solidFill>
                  <a:srgbClr val="E6E6E6"/>
                </a:solidFill>
              </a:defRPr>
            </a:pPr>
            <a:r>
              <a:rPr dirty="0"/>
              <a:t>• Consumer segment contributes maximum revenue</a:t>
            </a:r>
          </a:p>
          <a:p>
            <a:pPr>
              <a:lnSpc>
                <a:spcPct val="200000"/>
              </a:lnSpc>
              <a:defRPr sz="2200">
                <a:solidFill>
                  <a:srgbClr val="E6E6E6"/>
                </a:solidFill>
              </a:defRPr>
            </a:pPr>
            <a:r>
              <a:rPr dirty="0"/>
              <a:t>• South &amp; East regions dominate sales performance</a:t>
            </a:r>
          </a:p>
          <a:p>
            <a:pPr>
              <a:lnSpc>
                <a:spcPct val="200000"/>
              </a:lnSpc>
              <a:defRPr sz="2200">
                <a:solidFill>
                  <a:srgbClr val="E6E6E6"/>
                </a:solidFill>
              </a:defRPr>
            </a:pPr>
            <a:r>
              <a:rPr dirty="0"/>
              <a:t>• Higher discounts boost sales but reduce profits</a:t>
            </a:r>
          </a:p>
          <a:p>
            <a:pPr>
              <a:lnSpc>
                <a:spcPct val="200000"/>
              </a:lnSpc>
              <a:defRPr sz="2200">
                <a:solidFill>
                  <a:srgbClr val="E6E6E6"/>
                </a:solidFill>
              </a:defRPr>
            </a:pPr>
            <a:r>
              <a:rPr dirty="0"/>
              <a:t>• Profit spikes observed in March, July, November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18F981-0360-5B6D-395A-A9A3DC77C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89558"/>
            <a:ext cx="8229600" cy="1143000"/>
          </a:xfrm>
        </p:spPr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982390"/>
            <a:ext cx="227100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A0FF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53529"/>
            <a:ext cx="42692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A0FF"/>
                </a:solidFill>
              </a:defRPr>
            </a:pPr>
            <a:r>
              <a:rPr i="1" dirty="0"/>
              <a:t>Project by: S Bharath 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</Words>
  <Application>Microsoft Office PowerPoint</Application>
  <PresentationFormat>On-screen Show (4:3)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Bharath Kumar</dc:creator>
  <cp:keywords/>
  <dc:description>generated using python-pptx</dc:description>
  <cp:lastModifiedBy>Bharath Kumar</cp:lastModifiedBy>
  <cp:revision>6</cp:revision>
  <dcterms:created xsi:type="dcterms:W3CDTF">2013-01-27T09:14:16Z</dcterms:created>
  <dcterms:modified xsi:type="dcterms:W3CDTF">2025-11-25T06:37:32Z</dcterms:modified>
  <cp:category/>
</cp:coreProperties>
</file>